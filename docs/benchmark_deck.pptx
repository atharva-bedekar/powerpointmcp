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Platform — Quarterly Business Review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Executive Summary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Strategic Pillars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 uptime across all regions this quarter, with zero Sev-1 incidents.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146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average deploy time from 42 minutes to 11 minutes end to 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5146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18 new enterprise tenants without adding on-call headcount.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delivered record growth with disciplined cost control.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14% quarter over quarter, driven primarily by expansion within the top 50 accounts and a record quarter for the mid-market segment.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held at 71% despite the infrastructure investment tied to the new EU region, and net revenue retention improved to 118%.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Finance &amp; Ops, Sept 2026.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Dashboard Experience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navigation groups deployments by environment.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status rail surfaces the last five pipeline runs at a glance.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diff viewer for configuration changes.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Spotlight: Northwind Logistics</a:t>
            </a:r>
            <a:endParaRPr lang="en-US" sz="2800" dirty="0"/>
          </a:p>
        </p:txBody>
      </p:sp>
      <p:pic>
        <p:nvPicPr>
          <p:cNvPr id="3" name="Image 0" descr="customer_photo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420624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19202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"Nimbus cut our release cycle from two weeks to two days. The migration paid for itself in the first quarter."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32918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VP of Engineering, Northwind Logistics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Snapshot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32918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Comparison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1828800"/>
                <a:gridCol w="2011680"/>
                <a:gridCol w="18288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Fenwick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Solace Networks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246120" cy="2651760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057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Card_Alpha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failover GA in October.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2240280"/>
            <a:ext cx="3246120" cy="2651760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2468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Card_Beta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billing beta for design partners.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828800"/>
            <a:ext cx="3246120" cy="2651760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2057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Card_Gamma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560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report available on request.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 — Card_Beta is 0.45in out of row alignment with Card_Alpha and Card_Gamma.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Card_One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export to any SIEM.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8288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Card_Two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60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8288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6092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Card_Three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560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retention policies.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 — Card_Two is smaller than Card_One and Card_Three.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—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315718" y="182880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157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Sign 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44902" y="1993392"/>
            <a:ext cx="207111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6018" y="1828800"/>
            <a:ext cx="329184" cy="32918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60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261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Verify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45202" y="1993392"/>
            <a:ext cx="207111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6318" y="1828800"/>
            <a:ext cx="329184" cy="32918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163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Configure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45502" y="1993392"/>
            <a:ext cx="207111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16618" y="1828800"/>
            <a:ext cx="329184" cy="32918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166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267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Connect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sequence walks a new workspace admin from signup through their first live connection.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 | Page 10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45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Details: Sign 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admins verify their work email and set a workspace name.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draft — do not distribute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Details: Verify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315718" y="182880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157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Sign 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44902" y="1993392"/>
            <a:ext cx="207111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6018" y="182880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60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261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Verify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45202" y="1993392"/>
            <a:ext cx="207111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6318" y="182880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163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Configure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45502" y="1993392"/>
            <a:ext cx="207111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16618" y="182880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1661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26780" y="2212848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Connect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links expire after 24 hours and can be resent from the admin console.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Details: Configure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map SSO groups to Nimbus roles before inviting the rest of the team.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 | Page 13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Process: Deployment Pipeline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10-step horizontal flow diagram below.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Flow: Customer Onboarding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75688" y="219456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7568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Sign 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04872" y="2359152"/>
            <a:ext cx="159105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95928" y="219456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592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Verify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2359152"/>
            <a:ext cx="159105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16168" y="2194560"/>
            <a:ext cx="329184" cy="32918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1616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Configure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5352" y="2359152"/>
            <a:ext cx="159105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36408" y="2194560"/>
            <a:ext cx="329184" cy="32918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3640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Connect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65592" y="2359152"/>
            <a:ext cx="159105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56648" y="2194560"/>
            <a:ext cx="329184" cy="329184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5664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Launch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step 2 of 5 ("Verify") is active.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2926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 storage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60320"/>
            <a:ext cx="2926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workspaces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Business-hours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GB storage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(SAML)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560320"/>
            <a:ext cx="2926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workspaces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GB storage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 — target card for editing: "Growth".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Metrics Dump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MRR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$410K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$438K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737360"/>
          <a:ext cx="5943600" cy="201168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Q4 (fcst)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MRR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$471K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$505K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0" y="4206240"/>
          <a:ext cx="292608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Accounts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EMEA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APAC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Confidential — tables overlap and one runs off the slide edge.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505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 rollout completed for all tenants.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221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background jobs to the new queue service.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193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vendor API rate-limit increase.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B Update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11247120" cy="1005840"/>
          </a:xfrm>
          <a:prstGeom prst="rect">
            <a:avLst/>
          </a:prstGeom>
          <a:solidFill>
            <a:srgbClr val="EAF7F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128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billing export API for finance integrations.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1005840"/>
          </a:xfrm>
          <a:prstGeom prst="rect">
            <a:avLst/>
          </a:prstGeom>
          <a:solidFill>
            <a:srgbClr val="EAF7F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081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472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Rewriting the onboarding wizard in the new design system.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11247120" cy="1005840"/>
          </a:xfrm>
          <a:prstGeom prst="rect">
            <a:avLst/>
          </a:prstGeom>
          <a:solidFill>
            <a:srgbClr val="EAF7F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817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review pending for the updated DPA language.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Slide — Quarterly Alerts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paging alerts fell 22% quarter over quarter as the new deduplication rules rolled out across every on-call rotation, cutting noise significantly for the platform, data, and payments teams.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6492240" y="1188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caption is far too long for the box it has been placed in and will overflow well past its visible boundary.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338560" y="29260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757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7200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2026-09-04T06:29:28Z</dcterms:created>
  <dcterms:modified xsi:type="dcterms:W3CDTF">2026-09-04T06:29:28Z</dcterms:modified>
</cp:coreProperties>
</file>